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04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71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480" y="6221307"/>
            <a:ext cx="1645920" cy="283464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K-SOX Improvements &amp; Initiatives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200025"/>
            <a:ext cx="73152" cy="59055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182880"/>
            <a:ext cx="10500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K-SOX Achievements, Initiatives, Issues &amp; Way Forward</a:t>
            </a:r>
          </a:p>
        </p:txBody>
      </p:sp>
      <p:sp>
        <p:nvSpPr>
          <p:cNvPr id="12" name="Sub"/>
          <p:cNvSpPr txBox="1"/>
          <p:nvPr/>
        </p:nvSpPr>
        <p:spPr>
          <a:xfrm>
            <a:off x="640080" y="586740"/>
            <a:ext cx="1080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1200" i="1" dirty="0">
                <a:solidFill>
                  <a:srgbClr val="5A6470"/>
                </a:solidFill>
                <a:latin typeface="Calibri"/>
              </a:rPr>
              <a:t>Fixed Asset Physical Verification (FA-PV), Controls &amp; In-House Capability   |   Youngone Bangladesh</a:t>
            </a:r>
          </a:p>
        </p:txBody>
      </p:sp>
      <p:sp>
        <p:nvSpPr>
          <p:cNvPr id="20" name="Hdr20"/>
          <p:cNvSpPr txBox="1"/>
          <p:nvPr/>
        </p:nvSpPr>
        <p:spPr>
          <a:xfrm>
            <a:off x="457200" y="980000"/>
            <a:ext cx="5524500" cy="34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Fixed Asset PV &amp; Asset Management System (AMS)</a:t>
            </a:r>
          </a:p>
        </p:txBody>
      </p:sp>
      <p:sp>
        <p:nvSpPr>
          <p:cNvPr id="21" name="Body21"/>
          <p:cNvSpPr txBox="1"/>
          <p:nvPr/>
        </p:nvSpPr>
        <p:spPr>
          <a:xfrm>
            <a:off x="457200" y="1320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In-house AMS developed &amp; rolled out (2025) to count, verify &amp; track machines across all BD entities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Expanded in 2026 to furniture, fixtures &amp; office equipment - robust FA counting, verification &amp; reconciliation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FA physical verification &amp; reconciliation now 100% in-house - previously done by 3rd-party (Deloitte BD)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AMS adopted in India &amp; Vietnam; significantly closed K-SOX fixed-asset gaps</a:t>
            </a:r>
          </a:p>
        </p:txBody>
      </p:sp>
      <p:sp>
        <p:nvSpPr>
          <p:cNvPr id="30" name="Hdr30"/>
          <p:cNvSpPr txBox="1"/>
          <p:nvPr/>
        </p:nvSpPr>
        <p:spPr>
          <a:xfrm>
            <a:off x="6210300" y="980000"/>
            <a:ext cx="5524500" cy="34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In-House K-SOX Assessment &amp; Capability</a:t>
            </a:r>
          </a:p>
        </p:txBody>
      </p:sp>
      <p:sp>
        <p:nvSpPr>
          <p:cNvPr id="31" name="Body31"/>
          <p:cNvSpPr txBox="1"/>
          <p:nvPr/>
        </p:nvSpPr>
        <p:spPr>
          <a:xfrm>
            <a:off x="6210300" y="1320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100% in-house K-SOX assessment from 2025 (previously EY India, Deloitte India, Nexia Korea)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Salary &amp; tax computation brought fully in-house (previously 3rd-party via Excel)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HRMS fully functional for onboarding, attendance correction &amp; payroll controls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K-SOX performance embedded in year-end evaluation template (from 2026)</a:t>
            </a:r>
          </a:p>
        </p:txBody>
      </p:sp>
      <p:sp>
        <p:nvSpPr>
          <p:cNvPr id="40" name="Hdr40"/>
          <p:cNvSpPr txBox="1"/>
          <p:nvPr/>
        </p:nvSpPr>
        <p:spPr>
          <a:xfrm>
            <a:off x="457200" y="3805000"/>
            <a:ext cx="5524500" cy="34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Process, Control &amp; Policy Improvements</a:t>
            </a:r>
          </a:p>
        </p:txBody>
      </p:sp>
      <p:sp>
        <p:nvSpPr>
          <p:cNvPr id="41" name="Body41"/>
          <p:cNvSpPr txBox="1"/>
          <p:nvPr/>
        </p:nvSpPr>
        <p:spPr>
          <a:xfrm>
            <a:off x="457200" y="4145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JV drafter-approver segregation of duties in SAP &amp; e-Accounting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GIT provision now recognises Incoterm, not just warehouse receipt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100% inventory coverage with formal approval workflow for inventory reports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New policies: Fixed Asset (IAS-aligned), Cash &amp; Bank, Vendor creation/modification, Inventory &amp; leftover declaration</a:t>
            </a:r>
          </a:p>
        </p:txBody>
      </p:sp>
      <p:sp>
        <p:nvSpPr>
          <p:cNvPr id="50" name="Hdr50"/>
          <p:cNvSpPr txBox="1"/>
          <p:nvPr/>
        </p:nvSpPr>
        <p:spPr>
          <a:xfrm>
            <a:off x="6210300" y="3805000"/>
            <a:ext cx="5524500" cy="340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/>
              </a:rPr>
              <a:t>Impact, Open Issues &amp; Way Forward</a:t>
            </a:r>
          </a:p>
        </p:txBody>
      </p:sp>
      <p:sp>
        <p:nvSpPr>
          <p:cNvPr id="51" name="Body51"/>
          <p:cNvSpPr txBox="1"/>
          <p:nvPr/>
        </p:nvSpPr>
        <p:spPr>
          <a:xfrm>
            <a:off x="6210300" y="4145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SAP FA records cleaned across KPP, YCL, TSL &amp; KSL - now reconcile to physical count results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Reduced external-audit dependency - cost savings &amp; faster, more reliable closing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Open focus: deeper SAP-AMS integration &amp; full automation of FA-PV reconciliation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Next: extend AMS FA-PV to all asset classes &amp; markets; sustain 100% in-house K-SOX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oungone">
  <a:themeElements>
    <a:clrScheme name="Youngone">
      <a:dk1>
        <a:srgbClr val="1B2838"/>
      </a:dk1>
      <a:lt1>
        <a:srgbClr val="FFFFFF"/>
      </a:lt1>
      <a:dk2>
        <a:srgbClr val="003366"/>
      </a:dk2>
      <a:lt2>
        <a:srgbClr val="F5F7FA"/>
      </a:lt2>
      <a:accent1>
        <a:srgbClr val="003366"/>
      </a:accent1>
      <a:accent2>
        <a:srgbClr val="C8A951"/>
      </a:accent2>
      <a:accent3>
        <a:srgbClr val="2E7D32"/>
      </a:accent3>
      <a:accent4>
        <a:srgbClr val="4472C4"/>
      </a:accent4>
      <a:accent5>
        <a:srgbClr val="ED7D31"/>
      </a:accent5>
      <a:accent6>
        <a:srgbClr val="70AD47"/>
      </a:accent6>
      <a:hlink>
        <a:srgbClr val="0563C1"/>
      </a:hlink>
      <a:folHlink>
        <a:srgbClr val="954F72"/>
      </a:folHlink>
    </a:clrScheme>
    <a:fontScheme name="Youngon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Youngone</vt:lpstr>
      <vt:lpstr>K-SOX Achievements, Initiatives, Issues &amp; Way Forward</vt:lpstr>
    </vt:vector>
  </TitlesOfParts>
  <Company>Youngone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K-SOX Achievements, Initiatives &amp; Way Forward - Youngone Bangladesh</dc:title>
  <dc:creator>Youngone Bangladesh Accounts and Finance Team</dc:creator>
  <cp:lastModifiedBy>hasan70</cp:lastModifiedBy>
  <cp:revision>20</cp:revision>
  <dcterms:created xsi:type="dcterms:W3CDTF">2026-08-02T00:00:00Z</dcterms:created>
  <dcterms:modified xsi:type="dcterms:W3CDTF">2026-08-08T06:15:23Z</dcterms:modified>
</cp:coreProperties>
</file>